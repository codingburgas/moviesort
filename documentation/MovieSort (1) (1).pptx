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994A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575" y="4848225"/>
            <a:ext cx="1066800" cy="2476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0" y="4352925"/>
            <a:ext cx="2381250" cy="7905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F994A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F994A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F994A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575" y="4848225"/>
            <a:ext cx="1066800" cy="2476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0274" y="2029713"/>
            <a:ext cx="6423025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994A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black rectangle with white tex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4352925"/>
            <a:ext cx="2381250" cy="7905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3869" y="1979548"/>
            <a:ext cx="144018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M</a:t>
            </a:r>
            <a:r>
              <a:rPr cap="small" spc="-110" dirty="0"/>
              <a:t>ov</a:t>
            </a:r>
            <a:r>
              <a:rPr spc="-110" dirty="0"/>
              <a:t>ie</a:t>
            </a:r>
            <a:r>
              <a:rPr cap="small" spc="-110" dirty="0"/>
              <a:t>so</a:t>
            </a:r>
            <a:r>
              <a:rPr spc="-110" dirty="0"/>
              <a:t>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3869" y="2645981"/>
            <a:ext cx="4491990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95"/>
              </a:spcBef>
            </a:pP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A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skilled</a:t>
            </a:r>
            <a:r>
              <a:rPr sz="1100" spc="5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team</a:t>
            </a:r>
            <a:r>
              <a:rPr sz="1100" spc="6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delivering</a:t>
            </a:r>
            <a:r>
              <a:rPr sz="1100" spc="-2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quality</a:t>
            </a:r>
            <a:r>
              <a:rPr sz="1100" spc="1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software</a:t>
            </a:r>
            <a:r>
              <a:rPr sz="1100" spc="3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solutions</a:t>
            </a:r>
            <a:r>
              <a:rPr sz="1100" spc="-4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with</a:t>
            </a:r>
            <a:r>
              <a:rPr sz="1100" spc="7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precision</a:t>
            </a:r>
            <a:r>
              <a:rPr sz="1100" spc="-3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25" dirty="0">
                <a:solidFill>
                  <a:srgbClr val="DFD5DE"/>
                </a:solidFill>
                <a:latin typeface="Trebuchet MS"/>
                <a:cs typeface="Trebuchet MS"/>
              </a:rPr>
              <a:t>and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care.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869" y="650493"/>
            <a:ext cx="3859531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Meet</a:t>
            </a:r>
            <a:r>
              <a:rPr spc="-180" dirty="0"/>
              <a:t> </a:t>
            </a:r>
            <a:r>
              <a:rPr spc="-114" dirty="0"/>
              <a:t>the</a:t>
            </a:r>
            <a:r>
              <a:rPr spc="-229" dirty="0"/>
              <a:t> </a:t>
            </a:r>
            <a:r>
              <a:rPr lang="en-US" spc="-195" dirty="0" err="1"/>
              <a:t>MovieSort</a:t>
            </a:r>
            <a:r>
              <a:rPr spc="-170" dirty="0"/>
              <a:t> </a:t>
            </a:r>
            <a:r>
              <a:rPr spc="-195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869" y="3449891"/>
            <a:ext cx="193357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70" dirty="0">
                <a:solidFill>
                  <a:srgbClr val="DFD5DE"/>
                </a:solidFill>
                <a:latin typeface="Tahoma"/>
                <a:cs typeface="Tahoma"/>
              </a:rPr>
              <a:t>YaniSla</a:t>
            </a:r>
            <a:r>
              <a:rPr sz="1350" cap="small" spc="-70" dirty="0">
                <a:solidFill>
                  <a:srgbClr val="DFD5DE"/>
                </a:solidFill>
                <a:latin typeface="Tahoma"/>
                <a:cs typeface="Tahoma"/>
              </a:rPr>
              <a:t>v</a:t>
            </a:r>
            <a:r>
              <a:rPr sz="1350" spc="-30" dirty="0">
                <a:solidFill>
                  <a:srgbClr val="DFD5DE"/>
                </a:solidFill>
                <a:latin typeface="Tahoma"/>
                <a:cs typeface="Tahoma"/>
              </a:rPr>
              <a:t> </a:t>
            </a:r>
            <a:r>
              <a:rPr sz="1350" spc="-105" dirty="0">
                <a:solidFill>
                  <a:srgbClr val="DFD5DE"/>
                </a:solidFill>
                <a:latin typeface="Tahoma"/>
                <a:cs typeface="Tahoma"/>
              </a:rPr>
              <a:t>T</a:t>
            </a:r>
            <a:r>
              <a:rPr sz="1350" cap="small" spc="-105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105" dirty="0">
                <a:solidFill>
                  <a:srgbClr val="DFD5DE"/>
                </a:solidFill>
                <a:latin typeface="Tahoma"/>
                <a:cs typeface="Tahoma"/>
              </a:rPr>
              <a:t>d</a:t>
            </a:r>
            <a:r>
              <a:rPr sz="1350" cap="small" spc="-105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105" dirty="0">
                <a:solidFill>
                  <a:srgbClr val="DFD5DE"/>
                </a:solidFill>
                <a:latin typeface="Tahoma"/>
                <a:cs typeface="Tahoma"/>
              </a:rPr>
              <a:t>r</a:t>
            </a:r>
            <a:r>
              <a:rPr sz="1350" cap="small" spc="-105" dirty="0">
                <a:solidFill>
                  <a:srgbClr val="DFD5DE"/>
                </a:solidFill>
                <a:latin typeface="Tahoma"/>
                <a:cs typeface="Tahoma"/>
              </a:rPr>
              <a:t>ov</a:t>
            </a:r>
            <a:r>
              <a:rPr sz="1350" spc="-105" dirty="0">
                <a:solidFill>
                  <a:srgbClr val="DFD5DE"/>
                </a:solidFill>
                <a:latin typeface="Tahoma"/>
                <a:cs typeface="Tahoma"/>
              </a:rPr>
              <a:t>-De</a:t>
            </a:r>
            <a:r>
              <a:rPr sz="1350" cap="small" spc="-105" dirty="0">
                <a:solidFill>
                  <a:srgbClr val="DFD5DE"/>
                </a:solidFill>
                <a:latin typeface="Tahoma"/>
                <a:cs typeface="Tahoma"/>
              </a:rPr>
              <a:t>v</a:t>
            </a:r>
            <a:r>
              <a:rPr sz="1350" spc="-105" dirty="0">
                <a:solidFill>
                  <a:srgbClr val="DFD5DE"/>
                </a:solidFill>
                <a:latin typeface="Tahoma"/>
                <a:cs typeface="Tahoma"/>
              </a:rPr>
              <a:t>eloper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3265" y="3449891"/>
            <a:ext cx="23056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95" dirty="0">
                <a:solidFill>
                  <a:srgbClr val="DFD5DE"/>
                </a:solidFill>
                <a:latin typeface="Tahoma"/>
                <a:cs typeface="Tahoma"/>
              </a:rPr>
              <a:t>Yank</a:t>
            </a:r>
            <a:r>
              <a:rPr sz="1350" cap="small" spc="-95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40" dirty="0">
                <a:solidFill>
                  <a:srgbClr val="DFD5DE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DFD5DE"/>
                </a:solidFill>
                <a:latin typeface="Tahoma"/>
                <a:cs typeface="Tahoma"/>
              </a:rPr>
              <a:t>Yane</a:t>
            </a:r>
            <a:r>
              <a:rPr sz="1350" cap="small" spc="-90" dirty="0">
                <a:solidFill>
                  <a:srgbClr val="DFD5DE"/>
                </a:solidFill>
                <a:latin typeface="Tahoma"/>
                <a:cs typeface="Tahoma"/>
              </a:rPr>
              <a:t>v</a:t>
            </a:r>
            <a:r>
              <a:rPr sz="1350" spc="-90" dirty="0">
                <a:solidFill>
                  <a:srgbClr val="DFD5DE"/>
                </a:solidFill>
                <a:latin typeface="Tahoma"/>
                <a:cs typeface="Tahoma"/>
              </a:rPr>
              <a:t>-</a:t>
            </a:r>
            <a:r>
              <a:rPr sz="1350" spc="-85" dirty="0">
                <a:solidFill>
                  <a:srgbClr val="DFD5DE"/>
                </a:solidFill>
                <a:latin typeface="Tahoma"/>
                <a:cs typeface="Tahoma"/>
              </a:rPr>
              <a:t>DeSigner/de</a:t>
            </a:r>
            <a:r>
              <a:rPr sz="1350" cap="small" spc="-85" dirty="0">
                <a:solidFill>
                  <a:srgbClr val="DFD5DE"/>
                </a:solidFill>
                <a:latin typeface="Tahoma"/>
                <a:cs typeface="Tahoma"/>
              </a:rPr>
              <a:t>v</a:t>
            </a:r>
            <a:r>
              <a:rPr sz="1350" spc="-85" dirty="0">
                <a:solidFill>
                  <a:srgbClr val="DFD5DE"/>
                </a:solidFill>
                <a:latin typeface="Tahoma"/>
                <a:cs typeface="Tahoma"/>
              </a:rPr>
              <a:t>eloper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A child wearing a blue and white jacke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" y="1647825"/>
            <a:ext cx="1504950" cy="1485900"/>
          </a:xfrm>
          <a:prstGeom prst="rect">
            <a:avLst/>
          </a:prstGeom>
        </p:spPr>
      </p:pic>
      <p:pic>
        <p:nvPicPr>
          <p:cNvPr id="6" name="object 6" descr="A child wearing glasses and a white shirt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7525" y="1647825"/>
            <a:ext cx="1495425" cy="1485900"/>
          </a:xfrm>
          <a:prstGeom prst="rect">
            <a:avLst/>
          </a:prstGeom>
        </p:spPr>
      </p:pic>
      <p:pic>
        <p:nvPicPr>
          <p:cNvPr id="7" name="object 7" descr="A person wearing glasses and a blue shirt  AI-generated content may be incorre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5725" y="1657350"/>
            <a:ext cx="1438275" cy="14859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39356" y="3443033"/>
            <a:ext cx="1188720" cy="66294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ct val="98400"/>
              </a:lnSpc>
              <a:spcBef>
                <a:spcPts val="15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400" cap="small" spc="-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StiSla</a:t>
            </a:r>
            <a:r>
              <a:rPr sz="1400" cap="small" spc="-1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400" cap="small" spc="-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anche</a:t>
            </a:r>
            <a:r>
              <a:rPr sz="1400" cap="small" spc="-7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cap="small" spc="-7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400" spc="-75" dirty="0">
                <a:solidFill>
                  <a:srgbClr val="FFFFFF"/>
                </a:solidFill>
                <a:latin typeface="Tahoma"/>
                <a:cs typeface="Tahoma"/>
              </a:rPr>
              <a:t>crum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trainer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432" y="260730"/>
            <a:ext cx="21602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cap="small" spc="-100" dirty="0"/>
              <a:t>s</a:t>
            </a:r>
            <a:r>
              <a:rPr spc="-100" dirty="0"/>
              <a:t>tageS</a:t>
            </a:r>
            <a:r>
              <a:rPr spc="-200" dirty="0"/>
              <a:t> </a:t>
            </a:r>
            <a:r>
              <a:rPr cap="small" spc="-130" dirty="0"/>
              <a:t>o</a:t>
            </a:r>
            <a:r>
              <a:rPr spc="-130" dirty="0"/>
              <a:t>f</a:t>
            </a:r>
            <a:r>
              <a:rPr spc="-185" dirty="0"/>
              <a:t> </a:t>
            </a:r>
            <a:r>
              <a:rPr spc="-270" dirty="0"/>
              <a:t>W</a:t>
            </a:r>
            <a:r>
              <a:rPr cap="small" spc="-270" dirty="0"/>
              <a:t>o</a:t>
            </a:r>
            <a:r>
              <a:rPr spc="-270" dirty="0"/>
              <a:t>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334" y="1465897"/>
            <a:ext cx="1689100" cy="703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11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30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Planned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sz="11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layout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2235" y="1463992"/>
            <a:ext cx="1595755" cy="13716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Week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30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11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homepage</a:t>
            </a:r>
            <a:endParaRPr sz="1100">
              <a:latin typeface="Calibri"/>
              <a:cs typeface="Calibri"/>
            </a:endParaRPr>
          </a:p>
          <a:p>
            <a:pPr marL="298450" marR="309245" indent="-286385">
              <a:lnSpc>
                <a:spcPct val="10240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menu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sections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28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site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100">
              <a:latin typeface="Calibri"/>
              <a:cs typeface="Calibri"/>
            </a:endParaRPr>
          </a:p>
          <a:p>
            <a:pPr marR="204470" algn="r">
              <a:lnSpc>
                <a:spcPts val="13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phones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tablets</a:t>
            </a:r>
            <a:endParaRPr sz="1100">
              <a:latin typeface="Calibri"/>
              <a:cs typeface="Calibri"/>
            </a:endParaRPr>
          </a:p>
          <a:p>
            <a:pPr marL="285750" marR="242570" indent="-285750" algn="r">
              <a:lnSpc>
                <a:spcPts val="1300"/>
              </a:lnSpc>
              <a:buFont typeface="Arial MT"/>
              <a:buChar char="•"/>
              <a:tabLst>
                <a:tab pos="2857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animations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7978" y="1462659"/>
            <a:ext cx="1234440" cy="137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295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forms</a:t>
            </a:r>
            <a:endParaRPr sz="1100">
              <a:latin typeface="Calibri"/>
              <a:cs typeface="Calibri"/>
            </a:endParaRPr>
          </a:p>
          <a:p>
            <a:pPr marL="298450" marR="94615" indent="-286385">
              <a:lnSpc>
                <a:spcPts val="128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Connected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100">
              <a:latin typeface="Calibri"/>
              <a:cs typeface="Calibri"/>
            </a:endParaRPr>
          </a:p>
          <a:p>
            <a:pPr marL="298450" marR="74930" indent="-286385">
              <a:lnSpc>
                <a:spcPts val="1280"/>
              </a:lnSpc>
              <a:spcBef>
                <a:spcPts val="70"/>
              </a:spcBef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website functions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315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11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bugs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5305" y="1463357"/>
            <a:ext cx="1652905" cy="137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Week 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30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Tested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1100">
              <a:latin typeface="Calibri"/>
              <a:cs typeface="Calibri"/>
            </a:endParaRPr>
          </a:p>
          <a:p>
            <a:pPr marL="298450" marR="176530" indent="-286385">
              <a:lnSpc>
                <a:spcPct val="102499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Improved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275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Uploaded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sz="1100">
              <a:latin typeface="Calibri"/>
              <a:cs typeface="Calibri"/>
            </a:endParaRPr>
          </a:p>
          <a:p>
            <a:pPr marL="298450">
              <a:lnSpc>
                <a:spcPts val="1300"/>
              </a:lnSpc>
              <a:spcBef>
                <a:spcPts val="35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endParaRPr sz="1100">
              <a:latin typeface="Calibri"/>
              <a:cs typeface="Calibri"/>
            </a:endParaRPr>
          </a:p>
          <a:p>
            <a:pPr marL="298450" indent="-285750">
              <a:lnSpc>
                <a:spcPts val="1300"/>
              </a:lnSpc>
              <a:buFont typeface="Arial MT"/>
              <a:buChar char="•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final changes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869" y="1296924"/>
            <a:ext cx="42418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45" dirty="0"/>
              <a:t>C</a:t>
            </a:r>
            <a:r>
              <a:rPr cap="small" spc="-145" dirty="0"/>
              <a:t>o</a:t>
            </a:r>
            <a:r>
              <a:rPr spc="-145" dirty="0"/>
              <a:t>mmunicati</a:t>
            </a:r>
            <a:r>
              <a:rPr cap="small" spc="-145" dirty="0"/>
              <a:t>o</a:t>
            </a:r>
            <a:r>
              <a:rPr spc="-145" dirty="0"/>
              <a:t>n</a:t>
            </a:r>
            <a:r>
              <a:rPr spc="-185" dirty="0"/>
              <a:t> </a:t>
            </a:r>
            <a:r>
              <a:rPr spc="-409" dirty="0"/>
              <a:t>&amp;</a:t>
            </a:r>
            <a:r>
              <a:rPr spc="-229" dirty="0"/>
              <a:t> </a:t>
            </a:r>
            <a:r>
              <a:rPr spc="-110" dirty="0"/>
              <a:t>Pr</a:t>
            </a:r>
            <a:r>
              <a:rPr cap="small" spc="-110" dirty="0"/>
              <a:t>o</a:t>
            </a:r>
            <a:r>
              <a:rPr spc="-110" dirty="0"/>
              <a:t>ducti</a:t>
            </a:r>
            <a:r>
              <a:rPr cap="small" spc="-110" dirty="0"/>
              <a:t>v</a:t>
            </a:r>
            <a:r>
              <a:rPr spc="-110" dirty="0"/>
              <a:t>ity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2152650"/>
            <a:ext cx="352425" cy="352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869" y="2576512"/>
            <a:ext cx="255651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Micr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S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ft</a:t>
            </a:r>
            <a:r>
              <a:rPr sz="1350" spc="-20" dirty="0">
                <a:solidFill>
                  <a:srgbClr val="DFD5DE"/>
                </a:solidFill>
                <a:latin typeface="Tahoma"/>
                <a:cs typeface="Tahoma"/>
              </a:rPr>
              <a:t> TeamS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715"/>
              </a:spcBef>
            </a:pP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Real-time </a:t>
            </a:r>
            <a:r>
              <a:rPr sz="1100" spc="-35" dirty="0">
                <a:solidFill>
                  <a:srgbClr val="DFD5DE"/>
                </a:solidFill>
                <a:latin typeface="Trebuchet MS"/>
                <a:cs typeface="Trebuchet MS"/>
              </a:rPr>
              <a:t>chat,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video</a:t>
            </a:r>
            <a:r>
              <a:rPr sz="1100" spc="3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meetings,</a:t>
            </a:r>
            <a:r>
              <a:rPr sz="1100" spc="-3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50" dirty="0">
                <a:solidFill>
                  <a:srgbClr val="DFD5DE"/>
                </a:solidFill>
                <a:latin typeface="Trebuchet MS"/>
                <a:cs typeface="Trebuchet MS"/>
              </a:rPr>
              <a:t>and</a:t>
            </a:r>
            <a:r>
              <a:rPr sz="1100" spc="2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DFD5DE"/>
                </a:solidFill>
                <a:latin typeface="Trebuchet MS"/>
                <a:cs typeface="Trebuchet MS"/>
              </a:rPr>
              <a:t>file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sharing</a:t>
            </a:r>
            <a:r>
              <a:rPr sz="1100" spc="7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keep</a:t>
            </a:r>
            <a:r>
              <a:rPr sz="1100" spc="7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everyone</a:t>
            </a:r>
            <a:r>
              <a:rPr sz="1100" spc="4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connected</a:t>
            </a:r>
            <a:r>
              <a:rPr sz="1100" spc="-3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25" dirty="0">
                <a:solidFill>
                  <a:srgbClr val="DFD5DE"/>
                </a:solidFill>
                <a:latin typeface="Trebuchet MS"/>
                <a:cs typeface="Trebuchet MS"/>
              </a:rPr>
              <a:t>and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informed</a:t>
            </a:r>
            <a:r>
              <a:rPr sz="1100" spc="5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throughout</a:t>
            </a:r>
            <a:r>
              <a:rPr sz="1100" spc="1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the</a:t>
            </a:r>
            <a:r>
              <a:rPr sz="1100" spc="3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DFD5DE"/>
                </a:solidFill>
                <a:latin typeface="Trebuchet MS"/>
                <a:cs typeface="Trebuchet MS"/>
              </a:rPr>
              <a:t>day.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6600" y="2066925"/>
            <a:ext cx="352425" cy="3524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63265" y="2576512"/>
            <a:ext cx="2430780" cy="121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Micr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S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ft</a:t>
            </a:r>
            <a:r>
              <a:rPr sz="1350" spc="-25" dirty="0">
                <a:solidFill>
                  <a:srgbClr val="DFD5D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DFD5DE"/>
                </a:solidFill>
                <a:latin typeface="Tahoma"/>
                <a:cs typeface="Tahoma"/>
              </a:rPr>
              <a:t>W</a:t>
            </a:r>
            <a:r>
              <a:rPr sz="1350" cap="small" spc="-2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20" dirty="0">
                <a:solidFill>
                  <a:srgbClr val="DFD5DE"/>
                </a:solidFill>
                <a:latin typeface="Tahoma"/>
                <a:cs typeface="Tahoma"/>
              </a:rPr>
              <a:t>rd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690"/>
              </a:spcBef>
            </a:pP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Documentation</a:t>
            </a:r>
            <a:r>
              <a:rPr sz="1100" spc="114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hub for</a:t>
            </a:r>
            <a:r>
              <a:rPr sz="1100" spc="1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requirements,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specifications,</a:t>
            </a:r>
            <a:r>
              <a:rPr sz="1100" spc="3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and</a:t>
            </a:r>
            <a:r>
              <a:rPr sz="1100" spc="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detailed</a:t>
            </a:r>
            <a:r>
              <a:rPr sz="1100" spc="-8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project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documentation</a:t>
            </a:r>
            <a:r>
              <a:rPr sz="1100" spc="4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that</a:t>
            </a:r>
            <a:r>
              <a:rPr sz="1100" spc="-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everyone</a:t>
            </a:r>
            <a:r>
              <a:rPr sz="1100" spc="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DFD5DE"/>
                </a:solidFill>
                <a:latin typeface="Trebuchet MS"/>
                <a:cs typeface="Trebuchet MS"/>
              </a:rPr>
              <a:t>can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access.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8375" y="2066925"/>
            <a:ext cx="352425" cy="3524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42278" y="2576512"/>
            <a:ext cx="261747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Micr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S</a:t>
            </a:r>
            <a:r>
              <a:rPr sz="1350" cap="small" spc="-6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60" dirty="0">
                <a:solidFill>
                  <a:srgbClr val="DFD5DE"/>
                </a:solidFill>
                <a:latin typeface="Tahoma"/>
                <a:cs typeface="Tahoma"/>
              </a:rPr>
              <a:t>ft</a:t>
            </a:r>
            <a:r>
              <a:rPr sz="1350" spc="-25" dirty="0">
                <a:solidFill>
                  <a:srgbClr val="DFD5D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DFD5DE"/>
                </a:solidFill>
                <a:latin typeface="Tahoma"/>
                <a:cs typeface="Tahoma"/>
              </a:rPr>
              <a:t>P</a:t>
            </a:r>
            <a:r>
              <a:rPr sz="1350" cap="small" spc="-1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10" dirty="0">
                <a:solidFill>
                  <a:srgbClr val="DFD5DE"/>
                </a:solidFill>
                <a:latin typeface="Tahoma"/>
                <a:cs typeface="Tahoma"/>
              </a:rPr>
              <a:t>WerP</a:t>
            </a:r>
            <a:r>
              <a:rPr sz="1350" cap="small" spc="-10" dirty="0">
                <a:solidFill>
                  <a:srgbClr val="DFD5DE"/>
                </a:solidFill>
                <a:latin typeface="Tahoma"/>
                <a:cs typeface="Tahoma"/>
              </a:rPr>
              <a:t>o</a:t>
            </a:r>
            <a:r>
              <a:rPr sz="1350" spc="-10" dirty="0">
                <a:solidFill>
                  <a:srgbClr val="DFD5DE"/>
                </a:solidFill>
                <a:latin typeface="Tahoma"/>
                <a:cs typeface="Tahoma"/>
              </a:rPr>
              <a:t>int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715"/>
              </a:spcBef>
            </a:pP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Creating</a:t>
            </a:r>
            <a:r>
              <a:rPr sz="1100" spc="1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presentations</a:t>
            </a:r>
            <a:r>
              <a:rPr sz="1100" spc="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for</a:t>
            </a:r>
            <a:r>
              <a:rPr sz="1100" spc="2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stakeholder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updates,</a:t>
            </a:r>
            <a:r>
              <a:rPr sz="1100" spc="2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DFD5DE"/>
                </a:solidFill>
                <a:latin typeface="Trebuchet MS"/>
                <a:cs typeface="Trebuchet MS"/>
              </a:rPr>
              <a:t>project</a:t>
            </a:r>
            <a:r>
              <a:rPr sz="1100" spc="-3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DFD5DE"/>
                </a:solidFill>
                <a:latin typeface="Trebuchet MS"/>
                <a:cs typeface="Trebuchet MS"/>
              </a:rPr>
              <a:t>reviews,</a:t>
            </a:r>
            <a:r>
              <a:rPr sz="1100" spc="-5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50" dirty="0">
                <a:solidFill>
                  <a:srgbClr val="DFD5DE"/>
                </a:solidFill>
                <a:latin typeface="Trebuchet MS"/>
                <a:cs typeface="Trebuchet MS"/>
              </a:rPr>
              <a:t>and</a:t>
            </a:r>
            <a:r>
              <a:rPr sz="1100" spc="-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knowledge </a:t>
            </a:r>
            <a:r>
              <a:rPr sz="1100" dirty="0">
                <a:solidFill>
                  <a:srgbClr val="DFD5DE"/>
                </a:solidFill>
                <a:latin typeface="Trebuchet MS"/>
                <a:cs typeface="Trebuchet MS"/>
              </a:rPr>
              <a:t>sharing</a:t>
            </a:r>
            <a:r>
              <a:rPr sz="1100" spc="16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DFD5DE"/>
                </a:solidFill>
                <a:latin typeface="Trebuchet MS"/>
                <a:cs typeface="Trebuchet MS"/>
              </a:rPr>
              <a:t>sessions.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300" y="3676650"/>
            <a:ext cx="1581150" cy="9048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032" y="4523104"/>
            <a:ext cx="1691005" cy="5238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F994AE"/>
                </a:solidFill>
                <a:latin typeface="Tahoma"/>
                <a:cs typeface="Tahoma"/>
              </a:rPr>
              <a:t>GitHub</a:t>
            </a:r>
            <a:endParaRPr sz="95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0"/>
              </a:spcBef>
            </a:pPr>
            <a:r>
              <a:rPr sz="750" spc="-10" dirty="0">
                <a:solidFill>
                  <a:srgbClr val="DFD5DE"/>
                </a:solidFill>
                <a:latin typeface="Trebuchet MS"/>
                <a:cs typeface="Trebuchet MS"/>
              </a:rPr>
              <a:t>Central</a:t>
            </a:r>
            <a:r>
              <a:rPr sz="750" spc="4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hub</a:t>
            </a:r>
            <a:r>
              <a:rPr sz="750" spc="-2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for</a:t>
            </a:r>
            <a:r>
              <a:rPr sz="750" spc="-2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collaboration,</a:t>
            </a:r>
            <a:r>
              <a:rPr sz="750" spc="2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DFD5DE"/>
                </a:solidFill>
                <a:latin typeface="Trebuchet MS"/>
                <a:cs typeface="Trebuchet MS"/>
              </a:rPr>
              <a:t>code </a:t>
            </a:r>
            <a:r>
              <a:rPr sz="750" spc="-10" dirty="0">
                <a:solidFill>
                  <a:srgbClr val="DFD5DE"/>
                </a:solidFill>
                <a:latin typeface="Trebuchet MS"/>
                <a:cs typeface="Trebuchet MS"/>
              </a:rPr>
              <a:t>reviews,</a:t>
            </a:r>
            <a:r>
              <a:rPr sz="750" spc="-5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issuetracking,</a:t>
            </a:r>
            <a:r>
              <a:rPr sz="750" spc="-1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and</a:t>
            </a:r>
            <a:r>
              <a:rPr sz="750" spc="15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DFD5DE"/>
                </a:solidFill>
                <a:latin typeface="Trebuchet MS"/>
                <a:cs typeface="Trebuchet MS"/>
              </a:rPr>
              <a:t>automated </a:t>
            </a:r>
            <a:r>
              <a:rPr sz="750" dirty="0">
                <a:solidFill>
                  <a:srgbClr val="DFD5DE"/>
                </a:solidFill>
                <a:latin typeface="Trebuchet MS"/>
                <a:cs typeface="Trebuchet MS"/>
              </a:rPr>
              <a:t>testing</a:t>
            </a:r>
            <a:r>
              <a:rPr sz="750" spc="-30" dirty="0">
                <a:solidFill>
                  <a:srgbClr val="DFD5DE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DFD5DE"/>
                </a:solidFill>
                <a:latin typeface="Trebuchet MS"/>
                <a:cs typeface="Trebuchet MS"/>
              </a:rPr>
              <a:t>workflows.</a:t>
            </a:r>
            <a:endParaRPr sz="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81725" y="4038600"/>
            <a:ext cx="2962275" cy="1057275"/>
            <a:chOff x="6181725" y="4038600"/>
            <a:chExt cx="2962275" cy="1057275"/>
          </a:xfrm>
        </p:grpSpPr>
        <p:pic>
          <p:nvPicPr>
            <p:cNvPr id="3" name="object 3" descr="A black rectangle with white text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1725" y="4038600"/>
              <a:ext cx="2962275" cy="1028698"/>
            </a:xfrm>
            <a:prstGeom prst="rect">
              <a:avLst/>
            </a:prstGeom>
          </p:spPr>
        </p:pic>
        <p:pic>
          <p:nvPicPr>
            <p:cNvPr id="4" name="object 4" descr="A black rectangle with white text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4275" y="4572000"/>
              <a:ext cx="1609725" cy="4953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15" dirty="0"/>
              <a:t>THANK</a:t>
            </a:r>
            <a:r>
              <a:rPr spc="-135" dirty="0"/>
              <a:t> </a:t>
            </a:r>
            <a:r>
              <a:rPr spc="-470" dirty="0"/>
              <a:t>YOU</a:t>
            </a:r>
            <a:r>
              <a:rPr spc="-220" dirty="0"/>
              <a:t> </a:t>
            </a:r>
            <a:r>
              <a:rPr spc="-440" dirty="0"/>
              <a:t>FOR</a:t>
            </a:r>
            <a:r>
              <a:rPr spc="-150" dirty="0"/>
              <a:t> </a:t>
            </a:r>
            <a:r>
              <a:rPr spc="-475" dirty="0"/>
              <a:t>THE</a:t>
            </a:r>
            <a:r>
              <a:rPr spc="-114" dirty="0"/>
              <a:t> </a:t>
            </a:r>
            <a:r>
              <a:rPr spc="-440" dirty="0"/>
              <a:t>ATTENTION!</a:t>
            </a:r>
            <a:r>
              <a:rPr spc="-210" dirty="0"/>
              <a:t> </a:t>
            </a:r>
            <a:r>
              <a:rPr spc="-400" dirty="0"/>
              <a:t>N</a:t>
            </a:r>
            <a:r>
              <a:rPr cap="small" spc="-400" dirty="0"/>
              <a:t>o</a:t>
            </a:r>
            <a:r>
              <a:rPr spc="-400" dirty="0"/>
              <a:t>W</a:t>
            </a:r>
            <a:r>
              <a:rPr spc="-165" dirty="0"/>
              <a:t> </a:t>
            </a:r>
            <a:r>
              <a:rPr spc="-70" dirty="0"/>
              <a:t>let'S</a:t>
            </a:r>
            <a:r>
              <a:rPr spc="-215" dirty="0"/>
              <a:t> </a:t>
            </a:r>
            <a:r>
              <a:rPr spc="-45" dirty="0"/>
              <a:t>check</a:t>
            </a: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114" dirty="0"/>
              <a:t>the</a:t>
            </a:r>
            <a:r>
              <a:rPr spc="-190" dirty="0"/>
              <a:t> </a:t>
            </a:r>
            <a:r>
              <a:rPr spc="-10" dirty="0"/>
              <a:t>pr</a:t>
            </a:r>
            <a:r>
              <a:rPr cap="small" spc="-10" dirty="0"/>
              <a:t>o</a:t>
            </a:r>
            <a:r>
              <a:rPr spc="-10" dirty="0"/>
              <a:t>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184</Words>
  <Application>Microsoft Office PowerPoint</Application>
  <PresentationFormat>Презентация на цял екран (16:9)</PresentationFormat>
  <Paragraphs>42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10" baseType="lpstr">
      <vt:lpstr>Arial MT</vt:lpstr>
      <vt:lpstr>Calibri</vt:lpstr>
      <vt:lpstr>Tahoma</vt:lpstr>
      <vt:lpstr>Trebuchet MS</vt:lpstr>
      <vt:lpstr>Office Theme</vt:lpstr>
      <vt:lpstr>Moviesort</vt:lpstr>
      <vt:lpstr>Meet the MovieSort Team</vt:lpstr>
      <vt:lpstr>stageS of Work</vt:lpstr>
      <vt:lpstr>Communication &amp; Productivity</vt:lpstr>
      <vt:lpstr>THANK YOU FOR THE ATTENTION! NoW let'S check the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Ростислав Росенов Иванчев</cp:lastModifiedBy>
  <cp:revision>1</cp:revision>
  <dcterms:created xsi:type="dcterms:W3CDTF">2026-05-18T08:24:45Z</dcterms:created>
  <dcterms:modified xsi:type="dcterms:W3CDTF">2026-05-18T08:26:19Z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2026-05-17T00:00:00Z</vt:filetime>
  </property>
  <property fmtid="{D5CDD505-2E9C-101B-9397-08002B2CF9AE}" pid="4" name="LastSaved">
    <vt:filetime>2026-05-18T00:00:00Z</vt:filetime>
  </property>
</Properties>
</file>